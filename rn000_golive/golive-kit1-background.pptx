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3"/>
    <p:restoredTop sz="94700"/>
  </p:normalViewPr>
  <p:slideViewPr>
    <p:cSldViewPr snapToGrid="0">
      <p:cViewPr>
        <p:scale>
          <a:sx n="130" d="100"/>
          <a:sy n="130" d="100"/>
        </p:scale>
        <p:origin x="40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4C7C0A-77EC-A24B-A7E0-263F18708F1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B6528-F898-5147-A355-95667B629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6B6528-F898-5147-A355-95667B6298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04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7C612-DD7A-A208-A861-8A163065C7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3C8CF-D202-0E1D-B100-BB4EFE1C6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AF125-7845-FE95-82E6-FBB11CA5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5A333-29AF-B6E0-E07C-F532B34F0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0BAFB-426E-0656-D6A4-0467BB60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724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21814-D75F-E8F1-1CDC-AE5B0C95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F0C34-D11B-6E96-48B6-C5148E6C7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4CC98-832D-08C2-BA1A-52C21C487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5E014-63D7-D482-8F11-16D998D6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6599E-6389-0B94-FAFF-2697AFD38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66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15C8D-B618-4722-1B6C-BBEF2DF32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F96B9-2CC0-DAB6-124B-AECE2E170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F5005-23F7-39F3-1CB5-70ABF5F1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5CD97-C8A1-06A6-7CFE-40BEF0DE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0EDBA-1E13-4640-128E-225515A8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64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8A011-FCE7-084D-D158-1F45FD28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E9E91-6586-CDBA-F367-495DC2E19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EFFE2-DB76-81E9-DBC0-C79C4CEF4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22903-717D-FB77-B558-6FC5379D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EAFA4-6EE6-1F0A-D220-B41B454F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436D9-1CF1-2548-F3C2-8BC261AF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864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797D-73F0-D064-3500-AD76A5432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E2539D-4FAD-7B6A-9D60-26F15B6B7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00B53-C247-740A-EBA4-51D2701DA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6710B5-9DFF-E9DB-55E7-3E2ADB4E4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8AFFE1-BDA9-BF8B-FF46-10904BB27B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C98C84-3839-0936-AB4F-2A86559C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68BEFA-3DEF-05D2-B09A-7174BE628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B1F624-B34A-A6EB-8441-B0D14D35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37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A19C4-A891-0AD9-1ED8-635F11A6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7A4156-024A-D090-9381-79394E04D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922224-AF95-FCE4-BB12-2A4DA7398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CFED5-A92B-E686-7B95-512AEA48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6225C4-3465-FBED-A7D4-34F7E2D9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A83BD6-9931-1035-0E31-8570BBDB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02ED1-D327-390F-C9A6-8934D9E83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0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AC8B5-E856-FFE9-9022-B2BCCD505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11C1-D6DC-AB04-3055-429ECB5EA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7081D-15B1-C4E0-2ADE-1C107B0CF0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B41C0-EDC8-F2E8-1DAA-62950A397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6BAA7-C3D3-9B2E-A045-DC92FD4F4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F5CFD-182C-C21E-DDF2-7F8C60BA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02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F6728-D06B-2426-7B65-C6A256D91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A1C39-10F8-AFBE-8B06-A10D110F0F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1462C1-DB04-E655-0316-3ED4728B2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0527B-CEDE-6AA8-2C0A-4D7F6743D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6EF7C-65A9-F6FC-4691-B6A1E30A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AC48D-D632-7390-41CE-4CC4E6027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439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7BBC8-E0A0-DBD1-B572-21CA17A2F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24741-8A4F-5E62-3FF3-5DE1A2DC3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4F709-D532-DE85-AE76-EF99D488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F6DCF-624C-3D04-B274-935D0515A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26B9F-8CC1-5B14-CF2D-B8B9B927F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2CA77-F95C-96F3-52BE-E52C570F26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CF1161-F8AB-4EC0-AB0A-5525AA4F3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3C020-3E50-A807-E30A-3536A723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DBD52-985C-66F4-9CD7-053A703F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4F1CB-017E-D772-30FD-49659AB70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50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DCC3F-93E3-B83C-9404-A6F70B31C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F4F90-DB83-9E8A-DAEE-37392F850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15E4F-F17D-97DD-0266-1E47199B1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3F032-0E4F-894C-B06C-0BD52314453B}" type="datetimeFigureOut">
              <a:rPr lang="en-US" smtClean="0"/>
              <a:t>1/17/26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6452B-A9D2-B2E4-DA87-168BAE08AE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8F734-4316-7104-FE74-790A7CA23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F8B2B-09D8-B746-BBDD-89AD24336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64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0" descr="C:\Users\ecoffey\AppData\Local\Temp\Rar$DRa1.653\30059_Device_laptop_3145_unknown_64.png">
            <a:extLst>
              <a:ext uri="{FF2B5EF4-FFF2-40B4-BE49-F238E27FC236}">
                <a16:creationId xmlns:a16="http://schemas.microsoft.com/office/drawing/2014/main" id="{21C734BD-598D-4E82-57F3-E32586532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216" y="4728483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4EFBF885-C5F2-5A32-E0DC-2D3190AA4082}"/>
              </a:ext>
            </a:extLst>
          </p:cNvPr>
          <p:cNvGrpSpPr/>
          <p:nvPr/>
        </p:nvGrpSpPr>
        <p:grpSpPr>
          <a:xfrm>
            <a:off x="5399624" y="1703477"/>
            <a:ext cx="2298348" cy="746075"/>
            <a:chOff x="6226220" y="1554673"/>
            <a:chExt cx="2298348" cy="746075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9FA6472-BDE6-443D-FF5E-3ABA73C4CEE4}"/>
                </a:ext>
              </a:extLst>
            </p:cNvPr>
            <p:cNvSpPr/>
            <p:nvPr/>
          </p:nvSpPr>
          <p:spPr>
            <a:xfrm>
              <a:off x="6226220" y="1554673"/>
              <a:ext cx="2298348" cy="7460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22" descr="C:\Users\ecoffey\AppData\Local\Temp\Rar$DRa0.185\Dual-band Access Point\Png_64_24_16\Unknown\Dual-band-Access-Point_unknown_64.png">
              <a:extLst>
                <a:ext uri="{FF2B5EF4-FFF2-40B4-BE49-F238E27FC236}">
                  <a16:creationId xmlns:a16="http://schemas.microsoft.com/office/drawing/2014/main" id="{12EE88D7-6DA5-8F9B-C104-1D904A65F2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2926" y="1748062"/>
              <a:ext cx="964935" cy="3592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B55F63-4A02-C7E7-C58B-B9BF73ACF69B}"/>
              </a:ext>
            </a:extLst>
          </p:cNvPr>
          <p:cNvGrpSpPr/>
          <p:nvPr/>
        </p:nvGrpSpPr>
        <p:grpSpPr>
          <a:xfrm>
            <a:off x="585299" y="3864055"/>
            <a:ext cx="427338" cy="1495589"/>
            <a:chOff x="546802" y="4973141"/>
            <a:chExt cx="427338" cy="1495589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3DC8DD4-3DC6-83A3-EB28-0B44AD007C16}"/>
                </a:ext>
              </a:extLst>
            </p:cNvPr>
            <p:cNvGrpSpPr/>
            <p:nvPr/>
          </p:nvGrpSpPr>
          <p:grpSpPr>
            <a:xfrm>
              <a:off x="546802" y="5592138"/>
              <a:ext cx="427338" cy="876592"/>
              <a:chOff x="2506024" y="4944691"/>
              <a:chExt cx="536933" cy="922916"/>
            </a:xfrm>
          </p:grpSpPr>
          <p:sp>
            <p:nvSpPr>
              <p:cNvPr id="4" name="Lightning Bolt 3">
                <a:extLst>
                  <a:ext uri="{FF2B5EF4-FFF2-40B4-BE49-F238E27FC236}">
                    <a16:creationId xmlns:a16="http://schemas.microsoft.com/office/drawing/2014/main" id="{14FAA61A-A0CC-8283-D635-C3D15E1A06CE}"/>
                  </a:ext>
                </a:extLst>
              </p:cNvPr>
              <p:cNvSpPr/>
              <p:nvPr/>
            </p:nvSpPr>
            <p:spPr>
              <a:xfrm rot="12610334">
                <a:off x="2506024" y="4944691"/>
                <a:ext cx="536933" cy="730782"/>
              </a:xfrm>
              <a:prstGeom prst="lightningBolt">
                <a:avLst/>
              </a:prstGeom>
              <a:ln w="38100">
                <a:solidFill>
                  <a:schemeClr val="accent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5A3F033-4657-D8B0-8779-D76AEE714F6C}"/>
                  </a:ext>
                </a:extLst>
              </p:cNvPr>
              <p:cNvGrpSpPr/>
              <p:nvPr/>
            </p:nvGrpSpPr>
            <p:grpSpPr>
              <a:xfrm>
                <a:off x="2656386" y="5624585"/>
                <a:ext cx="141767" cy="243022"/>
                <a:chOff x="2656386" y="5624585"/>
                <a:chExt cx="141767" cy="243022"/>
              </a:xfrm>
            </p:grpSpPr>
            <p:cxnSp>
              <p:nvCxnSpPr>
                <p:cNvPr id="6" name="Straight Connector 5">
                  <a:extLst>
                    <a:ext uri="{FF2B5EF4-FFF2-40B4-BE49-F238E27FC236}">
                      <a16:creationId xmlns:a16="http://schemas.microsoft.com/office/drawing/2014/main" id="{C7DD913A-1D4D-3B35-E6EB-877F5485B18A}"/>
                    </a:ext>
                  </a:extLst>
                </p:cNvPr>
                <p:cNvCxnSpPr/>
                <p:nvPr/>
              </p:nvCxnSpPr>
              <p:spPr>
                <a:xfrm>
                  <a:off x="2656386" y="5624585"/>
                  <a:ext cx="0" cy="243022"/>
                </a:xfrm>
                <a:prstGeom prst="line">
                  <a:avLst/>
                </a:prstGeom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E5C47FA2-8314-FF3A-16B8-A1D16054D1BD}"/>
                    </a:ext>
                  </a:extLst>
                </p:cNvPr>
                <p:cNvCxnSpPr/>
                <p:nvPr/>
              </p:nvCxnSpPr>
              <p:spPr>
                <a:xfrm>
                  <a:off x="2798153" y="5624585"/>
                  <a:ext cx="0" cy="243022"/>
                </a:xfrm>
                <a:prstGeom prst="line">
                  <a:avLst/>
                </a:prstGeom>
                <a:ln w="38100"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1269412-559B-86D8-2EAE-E03FA4433EF3}"/>
                </a:ext>
              </a:extLst>
            </p:cNvPr>
            <p:cNvCxnSpPr>
              <a:cxnSpLocks/>
            </p:cNvCxnSpPr>
            <p:nvPr/>
          </p:nvCxnSpPr>
          <p:spPr>
            <a:xfrm>
              <a:off x="743741" y="4973141"/>
              <a:ext cx="0" cy="680136"/>
            </a:xfrm>
            <a:prstGeom prst="line">
              <a:avLst/>
            </a:prstGeom>
            <a:ln w="381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AC13D94-611B-33D5-39BD-2D803A3AC3D8}"/>
              </a:ext>
            </a:extLst>
          </p:cNvPr>
          <p:cNvCxnSpPr>
            <a:cxnSpLocks/>
          </p:cNvCxnSpPr>
          <p:nvPr/>
        </p:nvCxnSpPr>
        <p:spPr>
          <a:xfrm>
            <a:off x="779304" y="3883719"/>
            <a:ext cx="2793447" cy="0"/>
          </a:xfrm>
          <a:prstGeom prst="line">
            <a:avLst/>
          </a:prstGeom>
          <a:ln w="381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7FF0501-F537-77E2-0FB5-32EADFDC4C50}"/>
              </a:ext>
            </a:extLst>
          </p:cNvPr>
          <p:cNvCxnSpPr>
            <a:cxnSpLocks/>
          </p:cNvCxnSpPr>
          <p:nvPr/>
        </p:nvCxnSpPr>
        <p:spPr>
          <a:xfrm>
            <a:off x="5696051" y="5461796"/>
            <a:ext cx="0" cy="6801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90618EC-CA04-7432-39A6-90C79DFA1334}"/>
              </a:ext>
            </a:extLst>
          </p:cNvPr>
          <p:cNvGrpSpPr/>
          <p:nvPr/>
        </p:nvGrpSpPr>
        <p:grpSpPr>
          <a:xfrm>
            <a:off x="3338621" y="2977116"/>
            <a:ext cx="4359351" cy="1105786"/>
            <a:chOff x="3338621" y="2977116"/>
            <a:chExt cx="4359351" cy="1105786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DCB2ABF-CE35-5FDC-47A0-AF3AB36DAB63}"/>
                </a:ext>
              </a:extLst>
            </p:cNvPr>
            <p:cNvGrpSpPr/>
            <p:nvPr/>
          </p:nvGrpSpPr>
          <p:grpSpPr>
            <a:xfrm>
              <a:off x="3338623" y="2977116"/>
              <a:ext cx="4359349" cy="1105786"/>
              <a:chOff x="3338623" y="2977116"/>
              <a:chExt cx="4359349" cy="1105786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C518C88-6AED-4670-F23B-A970C0826AF2}"/>
                  </a:ext>
                </a:extLst>
              </p:cNvPr>
              <p:cNvSpPr/>
              <p:nvPr/>
            </p:nvSpPr>
            <p:spPr>
              <a:xfrm>
                <a:off x="3338623" y="2977116"/>
                <a:ext cx="4359349" cy="11057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6" name="Picture 68" descr="C:\Users\ecoffey\AppData\Local\Temp\Rar$DRa0.477\Instant Access Client Poe+\Png_64_24_16\Unknown\Instant-Access-Client-Poe+_unknown_64.png">
                <a:extLst>
                  <a:ext uri="{FF2B5EF4-FFF2-40B4-BE49-F238E27FC236}">
                    <a16:creationId xmlns:a16="http://schemas.microsoft.com/office/drawing/2014/main" id="{F776A4B3-3081-EE74-AD57-AA0415C4C6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35946" y="3286169"/>
                <a:ext cx="964701" cy="4876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16D7BCD-6941-B7A4-8EEB-DD80346F3DE7}"/>
                  </a:ext>
                </a:extLst>
              </p:cNvPr>
              <p:cNvSpPr txBox="1"/>
              <p:nvPr/>
            </p:nvSpPr>
            <p:spPr>
              <a:xfrm>
                <a:off x="4004903" y="3326631"/>
                <a:ext cx="11401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0070C0"/>
                    </a:solidFill>
                  </a:rPr>
                  <a:t>2960CX-POE+</a:t>
                </a:r>
              </a:p>
              <a:p>
                <a:pPr algn="ctr"/>
                <a:r>
                  <a:rPr lang="en-US" sz="1200" b="1" dirty="0">
                    <a:solidFill>
                      <a:srgbClr val="0070C0"/>
                    </a:solidFill>
                  </a:rPr>
                  <a:t>802.3at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D16ED8A-2CA7-BC33-66E6-6FF5C8BF1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338621" y="3715639"/>
              <a:ext cx="468261" cy="367263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0F5882E-7D66-11C2-0941-4697F9B20576}"/>
              </a:ext>
            </a:extLst>
          </p:cNvPr>
          <p:cNvGrpSpPr/>
          <p:nvPr/>
        </p:nvGrpSpPr>
        <p:grpSpPr>
          <a:xfrm>
            <a:off x="1976827" y="5647975"/>
            <a:ext cx="749052" cy="307777"/>
            <a:chOff x="2291459" y="5538105"/>
            <a:chExt cx="749052" cy="30777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D20E387-D048-C8AE-0688-8681E09B0A7F}"/>
                </a:ext>
              </a:extLst>
            </p:cNvPr>
            <p:cNvSpPr/>
            <p:nvPr/>
          </p:nvSpPr>
          <p:spPr>
            <a:xfrm>
              <a:off x="2291459" y="5582124"/>
              <a:ext cx="219740" cy="21974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29DC4BA-939F-1B2D-065C-588FA77C077D}"/>
                </a:ext>
              </a:extLst>
            </p:cNvPr>
            <p:cNvSpPr txBox="1"/>
            <p:nvPr/>
          </p:nvSpPr>
          <p:spPr>
            <a:xfrm>
              <a:off x="2511199" y="5538105"/>
              <a:ext cx="52931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chemeClr val="accent2">
                      <a:lumMod val="50000"/>
                    </a:schemeClr>
                  </a:solidFill>
                </a:rPr>
                <a:t>POE</a:t>
              </a:r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68A2668-921B-6725-D982-E21AE6E0327E}"/>
              </a:ext>
            </a:extLst>
          </p:cNvPr>
          <p:cNvCxnSpPr/>
          <p:nvPr/>
        </p:nvCxnSpPr>
        <p:spPr>
          <a:xfrm>
            <a:off x="439819" y="6390968"/>
            <a:ext cx="11083587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5562DA1-F4F7-097E-A314-39C66A240FB8}"/>
              </a:ext>
            </a:extLst>
          </p:cNvPr>
          <p:cNvSpPr txBox="1"/>
          <p:nvPr/>
        </p:nvSpPr>
        <p:spPr>
          <a:xfrm>
            <a:off x="456233" y="6451659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GOLIVE! Deploy Kit 1 [DK1]</a:t>
            </a:r>
          </a:p>
        </p:txBody>
      </p:sp>
    </p:spTree>
    <p:extLst>
      <p:ext uri="{BB962C8B-B14F-4D97-AF65-F5344CB8AC3E}">
        <p14:creationId xmlns:p14="http://schemas.microsoft.com/office/powerpoint/2010/main" val="199891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0502AC-31FE-32EF-4027-9B63DA597AF9}"/>
              </a:ext>
            </a:extLst>
          </p:cNvPr>
          <p:cNvCxnSpPr/>
          <p:nvPr/>
        </p:nvCxnSpPr>
        <p:spPr>
          <a:xfrm>
            <a:off x="439819" y="6390968"/>
            <a:ext cx="11083587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3C2A957-F14E-65A8-C431-8E53326DAB16}"/>
              </a:ext>
            </a:extLst>
          </p:cNvPr>
          <p:cNvSpPr txBox="1"/>
          <p:nvPr/>
        </p:nvSpPr>
        <p:spPr>
          <a:xfrm>
            <a:off x="456233" y="6451659"/>
            <a:ext cx="3477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GOLIVE! Deploy Kit 1 [DK1]</a:t>
            </a:r>
          </a:p>
        </p:txBody>
      </p:sp>
    </p:spTree>
    <p:extLst>
      <p:ext uri="{BB962C8B-B14F-4D97-AF65-F5344CB8AC3E}">
        <p14:creationId xmlns:p14="http://schemas.microsoft.com/office/powerpoint/2010/main" val="3273728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21</Words>
  <Application>Microsoft Macintosh PowerPoint</Application>
  <PresentationFormat>Widescreen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 Focaccio</dc:creator>
  <cp:lastModifiedBy>Greg Focaccio</cp:lastModifiedBy>
  <cp:revision>3</cp:revision>
  <dcterms:created xsi:type="dcterms:W3CDTF">2026-01-17T11:02:57Z</dcterms:created>
  <dcterms:modified xsi:type="dcterms:W3CDTF">2026-01-17T11:37:56Z</dcterms:modified>
</cp:coreProperties>
</file>