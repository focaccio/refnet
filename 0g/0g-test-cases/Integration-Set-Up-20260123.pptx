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5"/>
    <p:restoredTop sz="94694"/>
  </p:normalViewPr>
  <p:slideViewPr>
    <p:cSldViewPr snapToGrid="0">
      <p:cViewPr varScale="1">
        <p:scale>
          <a:sx n="96" d="100"/>
          <a:sy n="96" d="100"/>
        </p:scale>
        <p:origin x="18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D541-D2F8-E753-04E5-D518AA2C3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378C0-B090-0045-F73F-2BA9DEAF2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8E539-2233-4938-2153-C09EDB62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47E87-EB16-A4D9-2CAD-D37446D1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DAE3F-5BE3-118E-9570-E5A0A544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1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21AE-BFCC-A94A-A28B-F2FD4621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9C858-2AFB-2C6D-1699-64C0885BB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5143F-E503-75DE-6188-4A7EC8DD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CE753-D168-9494-4E43-22A305BB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01D11-5B1D-EAF7-A13A-A2E5BA9B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06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3969-CF6C-D2A3-9057-1BE4C3BCD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771C0-842F-44A2-8BC3-AF2542FEE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89405-A4B7-C60D-735B-B7A170CC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3CC04-0A5F-EB96-B06E-C521279C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B67F2-CF25-7A58-B285-FFA1A018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C196-DE06-A51F-226B-42968F86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9618-C85D-03A4-9B70-1EB4587E5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C359F-A661-90CB-BB9D-3F9A29258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93E9F-60DD-DBF2-2418-BE61A474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F5E39-235D-DADB-D534-28A3C181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F6EF8-5FB8-25F5-A666-AE2AF479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F393-8A41-B967-7341-15ADF8F1D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F15A0-A407-35F2-70A7-FE7C4F1E7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4BC2D-2A1F-2E19-4B9D-929C84E46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4B320-A4BA-FD74-00B5-1CC99A125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18129-216C-6B76-B4CB-A68C54D42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E855AD-566F-BBE2-E964-9271816B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5AC4E-411A-2141-A048-D781107F6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F95D93-AACF-84AD-BBC3-3DC3AC49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8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71434-41E1-0A4C-36AD-20DCC05F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DA3B1-B575-B614-DAEC-D0E53C09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6BB2A-C50B-E7BB-9142-9946ED72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E815-14BF-441D-98B8-00FEF503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59059-57CC-47C9-4BB8-7A16383AD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07B14-E1BB-D14E-4358-8FC3B19D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5862D-4D78-2AA1-2350-53B33CBE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6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9E41-CB8F-7041-F5EF-EB061DBF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7C9CD-1089-F4DF-D53E-3BDCEED0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6C40E-CA0E-3C35-08C6-796049464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D806F-72DE-6917-B979-4E055EB84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8AB71-E45F-6F7C-1702-9747DB88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A630-6FCD-A42E-9DB7-982EC0EC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5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FA00-0540-1198-C7C4-FEA629A3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0D0F3-5ADE-C9D7-5AFB-4AC447844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BB226-DE88-DE9F-AF8D-8B76F542E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297E9-7B04-6FEB-43D7-E7C0B294C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F564F-C5C9-37E3-D63C-61D6D85F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87999-D046-CC81-E0BA-666361B6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4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CBA8-4ADE-3D96-19B7-49274B08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F0EBA-759C-DB43-954D-BFF89FD86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E0979-E1B1-2B26-6163-A55B7BDC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9BA97-47BB-0C91-AAFB-F154A2A4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2A53-DAA4-62BD-D18F-17E04FAC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2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510D75-09BD-AB85-32C2-328A8383B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8FF5A-079B-1DC2-D043-2AD01AACE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CC1F9-7B30-4FE5-D75B-284DFEB98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46516-A11D-D953-215D-003BB2F5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152C2-52CB-BD03-5BB6-2506B1B1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CB7B00-1BBA-3FC6-9CA2-557771F2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88B66-F8AD-152C-CF71-AB2D3E103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9EE42-3B8B-67D2-2FCD-246BD552E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4D1BF-0741-28BA-7AD7-ED840B0CE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46A8-F384-FBCC-C1A1-4C39D212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6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8A472F2-51A3-B2E4-9DFA-EDED0E0ABA00}"/>
              </a:ext>
            </a:extLst>
          </p:cNvPr>
          <p:cNvCxnSpPr>
            <a:cxnSpLocks/>
          </p:cNvCxnSpPr>
          <p:nvPr/>
        </p:nvCxnSpPr>
        <p:spPr>
          <a:xfrm>
            <a:off x="3979861" y="3952744"/>
            <a:ext cx="5425005" cy="32265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7D40D45-21C3-4379-B42C-1987D2B67D61}"/>
              </a:ext>
            </a:extLst>
          </p:cNvPr>
          <p:cNvCxnSpPr/>
          <p:nvPr/>
        </p:nvCxnSpPr>
        <p:spPr>
          <a:xfrm flipV="1">
            <a:off x="3959981" y="2398441"/>
            <a:ext cx="3644388" cy="1375399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0" descr="C:\Users\ecoffey\AppData\Local\Temp\Rar$DRa0.324\30072_Device_server_unknown_64.png">
            <a:extLst>
              <a:ext uri="{FF2B5EF4-FFF2-40B4-BE49-F238E27FC236}">
                <a16:creationId xmlns:a16="http://schemas.microsoft.com/office/drawing/2014/main" id="{5ECF80FD-78C3-10A8-105C-10D0F29CC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3" y="3530000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1" descr="C:\Users\ecoffey\AppData\Local\Temp\Rar$DRa0.160\30042_Device_layer3_switch_default_64.png">
            <a:extLst>
              <a:ext uri="{FF2B5EF4-FFF2-40B4-BE49-F238E27FC236}">
                <a16:creationId xmlns:a16="http://schemas.microsoft.com/office/drawing/2014/main" id="{2E14D8A8-C5DE-D955-4BF2-825BDA5A3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118" y="3530000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BADC1F-1B63-F2AC-2904-512EA027CD71}"/>
              </a:ext>
            </a:extLst>
          </p:cNvPr>
          <p:cNvCxnSpPr>
            <a:cxnSpLocks/>
          </p:cNvCxnSpPr>
          <p:nvPr/>
        </p:nvCxnSpPr>
        <p:spPr>
          <a:xfrm>
            <a:off x="1373630" y="4523561"/>
            <a:ext cx="5285168" cy="0"/>
          </a:xfrm>
          <a:prstGeom prst="line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5FE5A6-2054-8A49-2CA3-7D30C47A6FCA}"/>
              </a:ext>
            </a:extLst>
          </p:cNvPr>
          <p:cNvCxnSpPr>
            <a:stCxn id="5" idx="2"/>
          </p:cNvCxnSpPr>
          <p:nvPr/>
        </p:nvCxnSpPr>
        <p:spPr>
          <a:xfrm>
            <a:off x="6414958" y="4017680"/>
            <a:ext cx="0" cy="5058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C73F6D-AA60-B25A-997C-01B6B5E8E787}"/>
              </a:ext>
            </a:extLst>
          </p:cNvPr>
          <p:cNvCxnSpPr>
            <a:stCxn id="4" idx="2"/>
          </p:cNvCxnSpPr>
          <p:nvPr/>
        </p:nvCxnSpPr>
        <p:spPr>
          <a:xfrm>
            <a:off x="3459523" y="4017680"/>
            <a:ext cx="0" cy="5058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4" descr="C:\Users\ecoffey\AppData\Local\Temp\Rar$DRa0.324\30072_Device_server_major_64.png">
            <a:extLst>
              <a:ext uri="{FF2B5EF4-FFF2-40B4-BE49-F238E27FC236}">
                <a16:creationId xmlns:a16="http://schemas.microsoft.com/office/drawing/2014/main" id="{FFB83604-8FCB-3562-14CF-EEF55C056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149" y="1768579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193CA8-26B6-23DA-8609-E9F630D859A9}"/>
              </a:ext>
            </a:extLst>
          </p:cNvPr>
          <p:cNvCxnSpPr>
            <a:cxnSpLocks/>
          </p:cNvCxnSpPr>
          <p:nvPr/>
        </p:nvCxnSpPr>
        <p:spPr>
          <a:xfrm>
            <a:off x="6171118" y="2893129"/>
            <a:ext cx="4211742" cy="0"/>
          </a:xfrm>
          <a:prstGeom prst="line">
            <a:avLst/>
          </a:prstGeom>
          <a:ln w="635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A33496-EAE5-4298-B7CA-189A11387038}"/>
              </a:ext>
            </a:extLst>
          </p:cNvPr>
          <p:cNvCxnSpPr>
            <a:stCxn id="5" idx="0"/>
          </p:cNvCxnSpPr>
          <p:nvPr/>
        </p:nvCxnSpPr>
        <p:spPr>
          <a:xfrm flipV="1">
            <a:off x="6414958" y="2893129"/>
            <a:ext cx="0" cy="636871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ACAA0A-8931-5CE6-E0A9-5255FE397522}"/>
              </a:ext>
            </a:extLst>
          </p:cNvPr>
          <p:cNvCxnSpPr>
            <a:stCxn id="14" idx="2"/>
          </p:cNvCxnSpPr>
          <p:nvPr/>
        </p:nvCxnSpPr>
        <p:spPr>
          <a:xfrm>
            <a:off x="8276989" y="2256259"/>
            <a:ext cx="0" cy="63687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7723800-0A26-46EF-5E2E-8FB026217EBE}"/>
              </a:ext>
            </a:extLst>
          </p:cNvPr>
          <p:cNvSpPr txBox="1"/>
          <p:nvPr/>
        </p:nvSpPr>
        <p:spPr>
          <a:xfrm>
            <a:off x="2683449" y="4525833"/>
            <a:ext cx="159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172.16.0.0/24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FDE82A-BC5C-3FBE-E42F-CA8676BF8F56}"/>
              </a:ext>
            </a:extLst>
          </p:cNvPr>
          <p:cNvSpPr txBox="1"/>
          <p:nvPr/>
        </p:nvSpPr>
        <p:spPr>
          <a:xfrm>
            <a:off x="3459523" y="396956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.99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16D73C-0FBB-9E38-CCFC-A471844758DE}"/>
              </a:ext>
            </a:extLst>
          </p:cNvPr>
          <p:cNvSpPr txBox="1"/>
          <p:nvPr/>
        </p:nvSpPr>
        <p:spPr>
          <a:xfrm>
            <a:off x="5927279" y="4035824"/>
            <a:ext cx="37702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.1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62518B-B6F3-DB71-809B-256152C6C0D1}"/>
              </a:ext>
            </a:extLst>
          </p:cNvPr>
          <p:cNvSpPr txBox="1"/>
          <p:nvPr/>
        </p:nvSpPr>
        <p:spPr>
          <a:xfrm>
            <a:off x="7604369" y="289312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10.0.1.0/24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0667CE-8911-5D10-5B99-CBD97AF8F5BB}"/>
              </a:ext>
            </a:extLst>
          </p:cNvPr>
          <p:cNvSpPr txBox="1"/>
          <p:nvPr/>
        </p:nvSpPr>
        <p:spPr>
          <a:xfrm>
            <a:off x="7774109" y="2213775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.99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4876A0-A456-2EC8-994D-ADE20C8AAF93}"/>
              </a:ext>
            </a:extLst>
          </p:cNvPr>
          <p:cNvSpPr txBox="1"/>
          <p:nvPr/>
        </p:nvSpPr>
        <p:spPr>
          <a:xfrm>
            <a:off x="6414958" y="3154347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.130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96D59C-EC6E-F2C6-B9F3-321074D16A2D}"/>
              </a:ext>
            </a:extLst>
          </p:cNvPr>
          <p:cNvSpPr txBox="1"/>
          <p:nvPr/>
        </p:nvSpPr>
        <p:spPr>
          <a:xfrm>
            <a:off x="5359614" y="3580664"/>
            <a:ext cx="811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V-SW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B84B9E-8D9D-83AA-FC23-E2A89133090A}"/>
              </a:ext>
            </a:extLst>
          </p:cNvPr>
          <p:cNvSpPr txBox="1"/>
          <p:nvPr/>
        </p:nvSpPr>
        <p:spPr>
          <a:xfrm>
            <a:off x="8520829" y="1672739"/>
            <a:ext cx="29610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Static route:</a:t>
            </a:r>
          </a:p>
          <a:p>
            <a:r>
              <a:rPr lang="en-US" dirty="0"/>
              <a:t>172.16.0.0/24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10.0.1.130</a:t>
            </a:r>
            <a:endParaRPr 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1A9780-71ED-4D47-84D9-6C1FF27DE173}"/>
              </a:ext>
            </a:extLst>
          </p:cNvPr>
          <p:cNvSpPr txBox="1"/>
          <p:nvPr/>
        </p:nvSpPr>
        <p:spPr>
          <a:xfrm>
            <a:off x="671695" y="3445970"/>
            <a:ext cx="251479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Default Gateway:</a:t>
            </a:r>
          </a:p>
          <a:p>
            <a:r>
              <a:rPr lang="en-US" dirty="0"/>
              <a:t>Unknown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172.16.0.1</a:t>
            </a:r>
            <a:endParaRPr lang="en-US" b="1" dirty="0"/>
          </a:p>
        </p:txBody>
      </p:sp>
      <p:pic>
        <p:nvPicPr>
          <p:cNvPr id="34" name="Picture 14" descr="C:\Users\ecoffey\AppData\Local\Temp\Rar$DRa0.608\30080_Device_switch_major_64.png">
            <a:extLst>
              <a:ext uri="{FF2B5EF4-FFF2-40B4-BE49-F238E27FC236}">
                <a16:creationId xmlns:a16="http://schemas.microsoft.com/office/drawing/2014/main" id="{01417B47-E11B-67E7-C355-47CDB45E7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608" y="3851216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0D590CC-10E7-B90B-444A-BB13EA127313}"/>
              </a:ext>
            </a:extLst>
          </p:cNvPr>
          <p:cNvSpPr txBox="1"/>
          <p:nvPr/>
        </p:nvSpPr>
        <p:spPr>
          <a:xfrm>
            <a:off x="10244972" y="3907237"/>
            <a:ext cx="800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L-SW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6273AB7-D15F-AB27-5A4D-BD0CFC9BF3A1}"/>
              </a:ext>
            </a:extLst>
          </p:cNvPr>
          <p:cNvCxnSpPr>
            <a:stCxn id="34" idx="0"/>
          </p:cNvCxnSpPr>
          <p:nvPr/>
        </p:nvCxnSpPr>
        <p:spPr>
          <a:xfrm flipV="1">
            <a:off x="9949448" y="2893129"/>
            <a:ext cx="0" cy="958087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210311-B547-1B63-F2EA-C3ED77E402CB}"/>
              </a:ext>
            </a:extLst>
          </p:cNvPr>
          <p:cNvSpPr txBox="1"/>
          <p:nvPr/>
        </p:nvSpPr>
        <p:spPr>
          <a:xfrm>
            <a:off x="9533910" y="358917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.7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1A5F38-ABE2-D64E-CE74-651A447CB631}"/>
              </a:ext>
            </a:extLst>
          </p:cNvPr>
          <p:cNvSpPr txBox="1"/>
          <p:nvPr/>
        </p:nvSpPr>
        <p:spPr>
          <a:xfrm>
            <a:off x="8500852" y="4331384"/>
            <a:ext cx="29610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Static route:</a:t>
            </a:r>
          </a:p>
          <a:p>
            <a:r>
              <a:rPr lang="en-US" dirty="0"/>
              <a:t>172.16.0.0/24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10.0.1.130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489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32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Focaccio</dc:creator>
  <cp:lastModifiedBy>Greg Focaccio</cp:lastModifiedBy>
  <cp:revision>1</cp:revision>
  <dcterms:created xsi:type="dcterms:W3CDTF">2026-01-23T13:10:06Z</dcterms:created>
  <dcterms:modified xsi:type="dcterms:W3CDTF">2026-01-23T13:31:16Z</dcterms:modified>
</cp:coreProperties>
</file>