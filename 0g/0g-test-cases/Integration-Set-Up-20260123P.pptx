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25"/>
    <p:restoredTop sz="94694"/>
  </p:normalViewPr>
  <p:slideViewPr>
    <p:cSldViewPr snapToGrid="0">
      <p:cViewPr varScale="1">
        <p:scale>
          <a:sx n="96" d="100"/>
          <a:sy n="96" d="100"/>
        </p:scale>
        <p:origin x="184" y="7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DD541-D2F8-E753-04E5-D518AA2C37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3378C0-B090-0045-F73F-2BA9DEAF21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8E539-2233-4938-2153-C09EDB62A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9FB6-1CC1-4C4F-93FF-8CE22A659EC7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47E87-EB16-A4D9-2CAD-D37446D11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7DAE3F-5BE3-118E-9570-E5A0A544F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15A32-837B-5C40-8063-38ABE9B12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915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621AE-BFCC-A94A-A28B-F2FD4621F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99C858-2AFB-2C6D-1699-64C0885BBA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F5143F-E503-75DE-6188-4A7EC8DDF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9FB6-1CC1-4C4F-93FF-8CE22A659EC7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5CE753-D168-9494-4E43-22A305BB2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001D11-5B1D-EAF7-A13A-A2E5BA9B3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15A32-837B-5C40-8063-38ABE9B12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106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C3969-CF6C-D2A3-9057-1BE4C3BCD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5771C0-842F-44A2-8BC3-AF2542FEE8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289405-A4B7-C60D-735B-B7A170CC7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9FB6-1CC1-4C4F-93FF-8CE22A659EC7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3CC04-0A5F-EB96-B06E-C521279C3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6B67F2-CF25-7A58-B285-FFA1A0185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15A32-837B-5C40-8063-38ABE9B12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642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FC196-DE06-A51F-226B-42968F86E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719618-C85D-03A4-9B70-1EB4587E59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8C359F-A661-90CB-BB9D-3F9A29258E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693E9F-60DD-DBF2-2418-BE61A474F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9FB6-1CC1-4C4F-93FF-8CE22A659EC7}" type="datetimeFigureOut">
              <a:rPr lang="en-US" smtClean="0"/>
              <a:t>1/23/26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1F5E39-235D-DADB-D534-28A3C1816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EF6EF8-5FB8-25F5-A666-AE2AF4792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15A32-837B-5C40-8063-38ABE9B12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07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7F393-8A41-B967-7341-15ADF8F1D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F15A0-A407-35F2-70A7-FE7C4F1E79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34BC2D-2A1F-2E19-4B9D-929C84E461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84B320-A4BA-FD74-00B5-1CC99A125B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818129-216C-6B76-B4CB-A68C54D424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E855AD-566F-BBE2-E964-9271816B4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9FB6-1CC1-4C4F-93FF-8CE22A659EC7}" type="datetimeFigureOut">
              <a:rPr lang="en-US" smtClean="0"/>
              <a:t>1/23/26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D5AC4E-411A-2141-A048-D781107F6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F95D93-AACF-84AD-BBC3-3DC3AC494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15A32-837B-5C40-8063-38ABE9B12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187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71434-41E1-0A4C-36AD-20DCC05F9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4DA3B1-B575-B614-DAEC-D0E53C094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9FB6-1CC1-4C4F-93FF-8CE22A659EC7}" type="datetimeFigureOut">
              <a:rPr lang="en-US" smtClean="0"/>
              <a:t>1/23/26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B6BB2A-C50B-E7BB-9142-9946ED72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C9E815-14BF-441D-98B8-00FEF5031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15A32-837B-5C40-8063-38ABE9B12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545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059059-57CC-47C9-4BB8-7A16383AD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9FB6-1CC1-4C4F-93FF-8CE22A659EC7}" type="datetimeFigureOut">
              <a:rPr lang="en-US" smtClean="0"/>
              <a:t>1/23/26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407B14-E1BB-D14E-4358-8FC3B19D9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95862D-4D78-2AA1-2350-53B33CBEF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15A32-837B-5C40-8063-38ABE9B12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164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99E41-CB8F-7041-F5EF-EB061DBFD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7C9CD-1089-F4DF-D53E-3BDCEED078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B6C40E-CA0E-3C35-08C6-796049464A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5D806F-72DE-6917-B979-4E055EB84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9FB6-1CC1-4C4F-93FF-8CE22A659EC7}" type="datetimeFigureOut">
              <a:rPr lang="en-US" smtClean="0"/>
              <a:t>1/23/26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8AB71-E45F-6F7C-1702-9747DB889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0EA630-6FCD-A42E-9DB7-982EC0EC5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15A32-837B-5C40-8063-38ABE9B12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258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4FA00-0540-1198-C7C4-FEA629A39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30D0F3-5ADE-C9D7-5AFB-4AC447844F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1BB226-DE88-DE9F-AF8D-8B76F542E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3297E9-7B04-6FEB-43D7-E7C0B294C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9FB6-1CC1-4C4F-93FF-8CE22A659EC7}" type="datetimeFigureOut">
              <a:rPr lang="en-US" smtClean="0"/>
              <a:t>1/23/26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4F564F-C5C9-37E3-D63C-61D6D85F4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887999-D046-CC81-E0BA-666361B65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15A32-837B-5C40-8063-38ABE9B12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844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ECBA8-4ADE-3D96-19B7-49274B084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4F0EBA-759C-DB43-954D-BFF89FD86B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6E0979-E1B1-2B26-6163-A55B7BDC8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9FB6-1CC1-4C4F-93FF-8CE22A659EC7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59BA97-47BB-0C91-AAFB-F154A2A4D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942A53-DAA4-62BD-D18F-17E04FAC3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15A32-837B-5C40-8063-38ABE9B12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129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510D75-09BD-AB85-32C2-328A8383B5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68FF5A-079B-1DC2-D043-2AD01AACE7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0CC1F9-7B30-4FE5-D75B-284DFEB98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9FB6-1CC1-4C4F-93FF-8CE22A659EC7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46516-A11D-D953-215D-003BB2F5E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5152C2-52CB-BD03-5BB6-2506B1B1D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15A32-837B-5C40-8063-38ABE9B12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1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CB7B00-1BBA-3FC6-9CA2-557771F22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088B66-F8AD-152C-CF71-AB2D3E1032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79EE42-3B8B-67D2-2FCD-246BD552E9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349FB6-1CC1-4C4F-93FF-8CE22A659EC7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84D1BF-0741-28BA-7AD7-ED840B0CE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5B46A8-F384-FBCC-C1A1-4C39D212EF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D15A32-837B-5C40-8063-38ABE9B12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961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8A472F2-51A3-B2E4-9DFA-EDED0E0ABA00}"/>
              </a:ext>
            </a:extLst>
          </p:cNvPr>
          <p:cNvCxnSpPr>
            <a:cxnSpLocks/>
          </p:cNvCxnSpPr>
          <p:nvPr/>
        </p:nvCxnSpPr>
        <p:spPr>
          <a:xfrm>
            <a:off x="3979861" y="3952744"/>
            <a:ext cx="5425005" cy="32265"/>
          </a:xfrm>
          <a:prstGeom prst="straightConnector1">
            <a:avLst/>
          </a:prstGeom>
          <a:ln w="50800">
            <a:solidFill>
              <a:schemeClr val="bg1">
                <a:lumMod val="50000"/>
              </a:schemeClr>
            </a:solidFill>
            <a:prstDash val="sys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7D40D45-21C3-4379-B42C-1987D2B67D61}"/>
              </a:ext>
            </a:extLst>
          </p:cNvPr>
          <p:cNvCxnSpPr/>
          <p:nvPr/>
        </p:nvCxnSpPr>
        <p:spPr>
          <a:xfrm flipV="1">
            <a:off x="3959981" y="2398441"/>
            <a:ext cx="3644388" cy="1375399"/>
          </a:xfrm>
          <a:prstGeom prst="straightConnector1">
            <a:avLst/>
          </a:prstGeom>
          <a:ln w="50800">
            <a:solidFill>
              <a:schemeClr val="bg1">
                <a:lumMod val="50000"/>
              </a:schemeClr>
            </a:solidFill>
            <a:prstDash val="sys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20" descr="C:\Users\ecoffey\AppData\Local\Temp\Rar$DRa0.324\30072_Device_server_unknown_64.png">
            <a:extLst>
              <a:ext uri="{FF2B5EF4-FFF2-40B4-BE49-F238E27FC236}">
                <a16:creationId xmlns:a16="http://schemas.microsoft.com/office/drawing/2014/main" id="{5ECF80FD-78C3-10A8-105C-10D0F29CCA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5683" y="3530000"/>
            <a:ext cx="487680" cy="487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11" descr="C:\Users\ecoffey\AppData\Local\Temp\Rar$DRa0.160\30042_Device_layer3_switch_default_64.png">
            <a:extLst>
              <a:ext uri="{FF2B5EF4-FFF2-40B4-BE49-F238E27FC236}">
                <a16:creationId xmlns:a16="http://schemas.microsoft.com/office/drawing/2014/main" id="{2E14D8A8-C5DE-D955-4BF2-825BDA5A32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1118" y="3530000"/>
            <a:ext cx="487680" cy="487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B5FE5A6-2054-8A49-2CA3-7D30C47A6FCA}"/>
              </a:ext>
            </a:extLst>
          </p:cNvPr>
          <p:cNvCxnSpPr>
            <a:stCxn id="5" idx="2"/>
          </p:cNvCxnSpPr>
          <p:nvPr/>
        </p:nvCxnSpPr>
        <p:spPr>
          <a:xfrm>
            <a:off x="6414958" y="4017680"/>
            <a:ext cx="0" cy="505881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8C73F6D-AA60-B25A-997C-01B6B5E8E787}"/>
              </a:ext>
            </a:extLst>
          </p:cNvPr>
          <p:cNvCxnSpPr>
            <a:stCxn id="4" idx="2"/>
          </p:cNvCxnSpPr>
          <p:nvPr/>
        </p:nvCxnSpPr>
        <p:spPr>
          <a:xfrm>
            <a:off x="3459523" y="4017680"/>
            <a:ext cx="0" cy="505881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4" descr="C:\Users\ecoffey\AppData\Local\Temp\Rar$DRa0.324\30072_Device_server_major_64.png">
            <a:extLst>
              <a:ext uri="{FF2B5EF4-FFF2-40B4-BE49-F238E27FC236}">
                <a16:creationId xmlns:a16="http://schemas.microsoft.com/office/drawing/2014/main" id="{FFB83604-8FCB-3562-14CF-EEF55C0569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3149" y="1768579"/>
            <a:ext cx="487680" cy="487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0193CA8-26B6-23DA-8609-E9F630D859A9}"/>
              </a:ext>
            </a:extLst>
          </p:cNvPr>
          <p:cNvCxnSpPr>
            <a:cxnSpLocks/>
          </p:cNvCxnSpPr>
          <p:nvPr/>
        </p:nvCxnSpPr>
        <p:spPr>
          <a:xfrm>
            <a:off x="6171118" y="2893129"/>
            <a:ext cx="4211742" cy="0"/>
          </a:xfrm>
          <a:prstGeom prst="line">
            <a:avLst/>
          </a:prstGeom>
          <a:ln w="635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6A33496-EAE5-4298-B7CA-189A11387038}"/>
              </a:ext>
            </a:extLst>
          </p:cNvPr>
          <p:cNvCxnSpPr>
            <a:stCxn id="5" idx="0"/>
          </p:cNvCxnSpPr>
          <p:nvPr/>
        </p:nvCxnSpPr>
        <p:spPr>
          <a:xfrm flipV="1">
            <a:off x="6414958" y="2893129"/>
            <a:ext cx="0" cy="636871"/>
          </a:xfrm>
          <a:prstGeom prst="line">
            <a:avLst/>
          </a:prstGeom>
          <a:ln w="254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BACAA0A-8931-5CE6-E0A9-5255FE397522}"/>
              </a:ext>
            </a:extLst>
          </p:cNvPr>
          <p:cNvCxnSpPr>
            <a:stCxn id="14" idx="2"/>
          </p:cNvCxnSpPr>
          <p:nvPr/>
        </p:nvCxnSpPr>
        <p:spPr>
          <a:xfrm>
            <a:off x="8276989" y="2256259"/>
            <a:ext cx="0" cy="636870"/>
          </a:xfrm>
          <a:prstGeom prst="line">
            <a:avLst/>
          </a:prstGeom>
          <a:ln w="254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C16D73C-0FBB-9E38-CCFC-A471844758DE}"/>
              </a:ext>
            </a:extLst>
          </p:cNvPr>
          <p:cNvSpPr txBox="1"/>
          <p:nvPr/>
        </p:nvSpPr>
        <p:spPr>
          <a:xfrm>
            <a:off x="5927279" y="4049076"/>
            <a:ext cx="377026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.1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E62518B-B6F3-DB71-809B-256152C6C0D1}"/>
              </a:ext>
            </a:extLst>
          </p:cNvPr>
          <p:cNvSpPr txBox="1"/>
          <p:nvPr/>
        </p:nvSpPr>
        <p:spPr>
          <a:xfrm>
            <a:off x="7604369" y="2893129"/>
            <a:ext cx="1345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10.0.1.0/24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0667CE-8911-5D10-5B99-CBD97AF8F5BB}"/>
              </a:ext>
            </a:extLst>
          </p:cNvPr>
          <p:cNvSpPr txBox="1"/>
          <p:nvPr/>
        </p:nvSpPr>
        <p:spPr>
          <a:xfrm>
            <a:off x="7774109" y="2213775"/>
            <a:ext cx="500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.99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14876A0-A456-2EC8-994D-ADE20C8AAF93}"/>
              </a:ext>
            </a:extLst>
          </p:cNvPr>
          <p:cNvSpPr txBox="1"/>
          <p:nvPr/>
        </p:nvSpPr>
        <p:spPr>
          <a:xfrm>
            <a:off x="6414958" y="3154347"/>
            <a:ext cx="623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2">
                    <a:lumMod val="50000"/>
                  </a:schemeClr>
                </a:solidFill>
                <a:highlight>
                  <a:srgbClr val="FFFF00"/>
                </a:highlight>
              </a:rPr>
              <a:t>.130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696D59C-EC6E-F2C6-B9F3-321074D16A2D}"/>
              </a:ext>
            </a:extLst>
          </p:cNvPr>
          <p:cNvSpPr txBox="1"/>
          <p:nvPr/>
        </p:nvSpPr>
        <p:spPr>
          <a:xfrm>
            <a:off x="5359614" y="3580664"/>
            <a:ext cx="8115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V-SW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9B84B9E-8D9D-83AA-FC23-E2A89133090A}"/>
              </a:ext>
            </a:extLst>
          </p:cNvPr>
          <p:cNvSpPr txBox="1"/>
          <p:nvPr/>
        </p:nvSpPr>
        <p:spPr>
          <a:xfrm>
            <a:off x="8520829" y="1672739"/>
            <a:ext cx="2961067" cy="646331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Required Static route:</a:t>
            </a:r>
          </a:p>
          <a:p>
            <a:r>
              <a:rPr lang="en-US" dirty="0"/>
              <a:t>172.16.0.0/24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b="1" dirty="0">
                <a:sym typeface="Wingdings" pitchFamily="2" charset="2"/>
              </a:rPr>
              <a:t>10.0.1.130</a:t>
            </a:r>
            <a:endParaRPr lang="en-US" b="1" dirty="0"/>
          </a:p>
        </p:txBody>
      </p:sp>
      <p:pic>
        <p:nvPicPr>
          <p:cNvPr id="34" name="Picture 14" descr="C:\Users\ecoffey\AppData\Local\Temp\Rar$DRa0.608\30080_Device_switch_major_64.png">
            <a:extLst>
              <a:ext uri="{FF2B5EF4-FFF2-40B4-BE49-F238E27FC236}">
                <a16:creationId xmlns:a16="http://schemas.microsoft.com/office/drawing/2014/main" id="{01417B47-E11B-67E7-C355-47CDB45E73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5608" y="3851216"/>
            <a:ext cx="487680" cy="487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A0D590CC-10E7-B90B-444A-BB13EA127313}"/>
              </a:ext>
            </a:extLst>
          </p:cNvPr>
          <p:cNvSpPr txBox="1"/>
          <p:nvPr/>
        </p:nvSpPr>
        <p:spPr>
          <a:xfrm>
            <a:off x="10244972" y="3907237"/>
            <a:ext cx="8007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L-SW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6273AB7-D15F-AB27-5A4D-BD0CFC9BF3A1}"/>
              </a:ext>
            </a:extLst>
          </p:cNvPr>
          <p:cNvCxnSpPr>
            <a:stCxn id="34" idx="0"/>
          </p:cNvCxnSpPr>
          <p:nvPr/>
        </p:nvCxnSpPr>
        <p:spPr>
          <a:xfrm flipV="1">
            <a:off x="9949448" y="2893129"/>
            <a:ext cx="0" cy="958087"/>
          </a:xfrm>
          <a:prstGeom prst="line">
            <a:avLst/>
          </a:prstGeom>
          <a:ln w="254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55210311-B547-1B63-F2EA-C3ED77E402CB}"/>
              </a:ext>
            </a:extLst>
          </p:cNvPr>
          <p:cNvSpPr txBox="1"/>
          <p:nvPr/>
        </p:nvSpPr>
        <p:spPr>
          <a:xfrm>
            <a:off x="9533910" y="3589174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.7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11A5F38-ABE2-D64E-CE74-651A447CB631}"/>
              </a:ext>
            </a:extLst>
          </p:cNvPr>
          <p:cNvSpPr txBox="1"/>
          <p:nvPr/>
        </p:nvSpPr>
        <p:spPr>
          <a:xfrm>
            <a:off x="8500852" y="4331384"/>
            <a:ext cx="2961067" cy="646331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Required Static route:</a:t>
            </a:r>
          </a:p>
          <a:p>
            <a:r>
              <a:rPr lang="en-US" dirty="0"/>
              <a:t>172.16.0.0/24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b="1" dirty="0">
                <a:sym typeface="Wingdings" pitchFamily="2" charset="2"/>
              </a:rPr>
              <a:t>10.0.1.130</a:t>
            </a:r>
            <a:endParaRPr lang="en-US" b="1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B2A9F59-1914-0F6F-474E-26BC3D3E2E2D}"/>
              </a:ext>
            </a:extLst>
          </p:cNvPr>
          <p:cNvSpPr txBox="1"/>
          <p:nvPr/>
        </p:nvSpPr>
        <p:spPr>
          <a:xfrm>
            <a:off x="4021918" y="4539085"/>
            <a:ext cx="1592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172.16.0.0/24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1D24CB4D-02B8-71E3-641C-26CBCEC9EA57}"/>
              </a:ext>
            </a:extLst>
          </p:cNvPr>
          <p:cNvCxnSpPr>
            <a:cxnSpLocks/>
          </p:cNvCxnSpPr>
          <p:nvPr/>
        </p:nvCxnSpPr>
        <p:spPr>
          <a:xfrm>
            <a:off x="2661220" y="4523561"/>
            <a:ext cx="3997578" cy="0"/>
          </a:xfrm>
          <a:prstGeom prst="line">
            <a:avLst/>
          </a:prstGeom>
          <a:ln w="635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0E14B153-8E10-34ED-350B-2436EE647C20}"/>
              </a:ext>
            </a:extLst>
          </p:cNvPr>
          <p:cNvSpPr txBox="1"/>
          <p:nvPr/>
        </p:nvSpPr>
        <p:spPr>
          <a:xfrm>
            <a:off x="383314" y="4034960"/>
            <a:ext cx="14453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Static Route </a:t>
            </a:r>
          </a:p>
          <a:p>
            <a:r>
              <a:rPr lang="en-US" b="1" dirty="0"/>
              <a:t>Not Needed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995F43B-26AB-E706-CB55-4675C8F0947C}"/>
              </a:ext>
            </a:extLst>
          </p:cNvPr>
          <p:cNvSpPr txBox="1"/>
          <p:nvPr/>
        </p:nvSpPr>
        <p:spPr>
          <a:xfrm>
            <a:off x="383314" y="3050143"/>
            <a:ext cx="2514791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Default Gateway VSW:</a:t>
            </a:r>
          </a:p>
          <a:p>
            <a:r>
              <a:rPr lang="en-US" dirty="0"/>
              <a:t>Unknown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b="1" dirty="0">
                <a:sym typeface="Wingdings" pitchFamily="2" charset="2"/>
              </a:rPr>
              <a:t>172.16.0.1</a:t>
            </a:r>
            <a:endParaRPr lang="en-US" b="1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72793F0-FFCC-4312-2473-AA072570BA85}"/>
              </a:ext>
            </a:extLst>
          </p:cNvPr>
          <p:cNvSpPr txBox="1"/>
          <p:nvPr/>
        </p:nvSpPr>
        <p:spPr>
          <a:xfrm>
            <a:off x="5146327" y="4049076"/>
            <a:ext cx="630716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solidFill>
                  <a:srgbClr val="0070C0"/>
                </a:solidFill>
              </a:defRPr>
            </a:lvl1pPr>
          </a:lstStyle>
          <a:p>
            <a:pPr algn="ctr"/>
            <a:r>
              <a:rPr lang="en-US" dirty="0"/>
              <a:t>DG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886EE31-817A-E58B-0FA1-FF98CEA2634D}"/>
              </a:ext>
            </a:extLst>
          </p:cNvPr>
          <p:cNvSpPr txBox="1"/>
          <p:nvPr/>
        </p:nvSpPr>
        <p:spPr>
          <a:xfrm>
            <a:off x="3459523" y="4049076"/>
            <a:ext cx="500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.99</a:t>
            </a:r>
          </a:p>
        </p:txBody>
      </p:sp>
    </p:spTree>
    <p:extLst>
      <p:ext uri="{BB962C8B-B14F-4D97-AF65-F5344CB8AC3E}">
        <p14:creationId xmlns:p14="http://schemas.microsoft.com/office/powerpoint/2010/main" val="3064899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85FCF-E567-1A72-5859-81A04E31C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C:\Users\ecoffey\AppData\Local\Temp\Rar$DRa0.400\30009_Device_cloud_white_default_256.png">
            <a:extLst>
              <a:ext uri="{FF2B5EF4-FFF2-40B4-BE49-F238E27FC236}">
                <a16:creationId xmlns:a16="http://schemas.microsoft.com/office/drawing/2014/main" id="{9F257288-DB76-3CDF-45D2-81B249E91B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4140" y="516221"/>
            <a:ext cx="1950720" cy="870355"/>
          </a:xfrm>
          <a:prstGeom prst="rect">
            <a:avLst/>
          </a:prstGeom>
          <a:solidFill>
            <a:schemeClr val="bg1"/>
          </a:solidFill>
        </p:spPr>
      </p:pic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A19C7FB-897E-83CB-F024-E78E317CECDB}"/>
              </a:ext>
            </a:extLst>
          </p:cNvPr>
          <p:cNvCxnSpPr>
            <a:cxnSpLocks/>
          </p:cNvCxnSpPr>
          <p:nvPr/>
        </p:nvCxnSpPr>
        <p:spPr>
          <a:xfrm>
            <a:off x="3979861" y="3952744"/>
            <a:ext cx="5425005" cy="32265"/>
          </a:xfrm>
          <a:prstGeom prst="straightConnector1">
            <a:avLst/>
          </a:prstGeom>
          <a:ln w="50800">
            <a:solidFill>
              <a:schemeClr val="bg1">
                <a:lumMod val="50000"/>
              </a:schemeClr>
            </a:solidFill>
            <a:prstDash val="sys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717F882-980F-D76E-3929-73A4E6D8C39C}"/>
              </a:ext>
            </a:extLst>
          </p:cNvPr>
          <p:cNvCxnSpPr/>
          <p:nvPr/>
        </p:nvCxnSpPr>
        <p:spPr>
          <a:xfrm flipV="1">
            <a:off x="3959981" y="2398441"/>
            <a:ext cx="3644388" cy="1375399"/>
          </a:xfrm>
          <a:prstGeom prst="straightConnector1">
            <a:avLst/>
          </a:prstGeom>
          <a:ln w="50800">
            <a:solidFill>
              <a:schemeClr val="bg1">
                <a:lumMod val="50000"/>
              </a:schemeClr>
            </a:solidFill>
            <a:prstDash val="sys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20" descr="C:\Users\ecoffey\AppData\Local\Temp\Rar$DRa0.324\30072_Device_server_unknown_64.png">
            <a:extLst>
              <a:ext uri="{FF2B5EF4-FFF2-40B4-BE49-F238E27FC236}">
                <a16:creationId xmlns:a16="http://schemas.microsoft.com/office/drawing/2014/main" id="{F8149E67-ACD0-63A4-DFE7-4F9B0BC5DE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5683" y="3530000"/>
            <a:ext cx="487680" cy="487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11" descr="C:\Users\ecoffey\AppData\Local\Temp\Rar$DRa0.160\30042_Device_layer3_switch_default_64.png">
            <a:extLst>
              <a:ext uri="{FF2B5EF4-FFF2-40B4-BE49-F238E27FC236}">
                <a16:creationId xmlns:a16="http://schemas.microsoft.com/office/drawing/2014/main" id="{AF5D280F-38D8-A4AB-5F21-7C7873D539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1118" y="3530000"/>
            <a:ext cx="487680" cy="487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71E6812-4F05-C29B-F2B0-AAD78795A420}"/>
              </a:ext>
            </a:extLst>
          </p:cNvPr>
          <p:cNvCxnSpPr>
            <a:cxnSpLocks/>
          </p:cNvCxnSpPr>
          <p:nvPr/>
        </p:nvCxnSpPr>
        <p:spPr>
          <a:xfrm>
            <a:off x="2661220" y="4523561"/>
            <a:ext cx="3997578" cy="0"/>
          </a:xfrm>
          <a:prstGeom prst="line">
            <a:avLst/>
          </a:prstGeom>
          <a:ln w="635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07EB013-2869-60A9-A03C-460E532F4F71}"/>
              </a:ext>
            </a:extLst>
          </p:cNvPr>
          <p:cNvCxnSpPr>
            <a:stCxn id="5" idx="2"/>
          </p:cNvCxnSpPr>
          <p:nvPr/>
        </p:nvCxnSpPr>
        <p:spPr>
          <a:xfrm>
            <a:off x="6414958" y="4017680"/>
            <a:ext cx="0" cy="505881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F8CEF9B-4F70-CB61-FA95-8968A9C674BE}"/>
              </a:ext>
            </a:extLst>
          </p:cNvPr>
          <p:cNvCxnSpPr>
            <a:stCxn id="4" idx="2"/>
          </p:cNvCxnSpPr>
          <p:nvPr/>
        </p:nvCxnSpPr>
        <p:spPr>
          <a:xfrm>
            <a:off x="3459523" y="4017680"/>
            <a:ext cx="0" cy="505881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4" descr="C:\Users\ecoffey\AppData\Local\Temp\Rar$DRa0.324\30072_Device_server_major_64.png">
            <a:extLst>
              <a:ext uri="{FF2B5EF4-FFF2-40B4-BE49-F238E27FC236}">
                <a16:creationId xmlns:a16="http://schemas.microsoft.com/office/drawing/2014/main" id="{F892CBAE-F51F-3EB5-C68A-90CDAC6B94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3149" y="1768579"/>
            <a:ext cx="487680" cy="487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2065B5B-6CEF-857C-8156-F080A6DD12DD}"/>
              </a:ext>
            </a:extLst>
          </p:cNvPr>
          <p:cNvCxnSpPr>
            <a:cxnSpLocks/>
          </p:cNvCxnSpPr>
          <p:nvPr/>
        </p:nvCxnSpPr>
        <p:spPr>
          <a:xfrm>
            <a:off x="6171118" y="2893129"/>
            <a:ext cx="4211742" cy="0"/>
          </a:xfrm>
          <a:prstGeom prst="line">
            <a:avLst/>
          </a:prstGeom>
          <a:ln w="635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0C4369-5BAC-3CBC-5B2B-DEA28FCB3997}"/>
              </a:ext>
            </a:extLst>
          </p:cNvPr>
          <p:cNvCxnSpPr>
            <a:stCxn id="5" idx="0"/>
          </p:cNvCxnSpPr>
          <p:nvPr/>
        </p:nvCxnSpPr>
        <p:spPr>
          <a:xfrm flipV="1">
            <a:off x="6414958" y="2893129"/>
            <a:ext cx="0" cy="636871"/>
          </a:xfrm>
          <a:prstGeom prst="line">
            <a:avLst/>
          </a:prstGeom>
          <a:ln w="254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1ABA431-46E3-A61B-C389-98DFB8BE08F5}"/>
              </a:ext>
            </a:extLst>
          </p:cNvPr>
          <p:cNvCxnSpPr>
            <a:stCxn id="14" idx="2"/>
          </p:cNvCxnSpPr>
          <p:nvPr/>
        </p:nvCxnSpPr>
        <p:spPr>
          <a:xfrm>
            <a:off x="8276989" y="2256259"/>
            <a:ext cx="0" cy="636870"/>
          </a:xfrm>
          <a:prstGeom prst="line">
            <a:avLst/>
          </a:prstGeom>
          <a:ln w="254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80FDFDE-B9B5-67B4-A76E-799D0DB6D5B0}"/>
              </a:ext>
            </a:extLst>
          </p:cNvPr>
          <p:cNvSpPr txBox="1"/>
          <p:nvPr/>
        </p:nvSpPr>
        <p:spPr>
          <a:xfrm>
            <a:off x="4021918" y="4539085"/>
            <a:ext cx="1592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172.16.0.0/24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90E7406-4819-F74F-EAFE-13FCEF42782E}"/>
              </a:ext>
            </a:extLst>
          </p:cNvPr>
          <p:cNvSpPr txBox="1"/>
          <p:nvPr/>
        </p:nvSpPr>
        <p:spPr>
          <a:xfrm>
            <a:off x="3459523" y="4049076"/>
            <a:ext cx="623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.101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1A5F196-9C9E-DAB8-C3CB-119EB527F622}"/>
              </a:ext>
            </a:extLst>
          </p:cNvPr>
          <p:cNvSpPr txBox="1"/>
          <p:nvPr/>
        </p:nvSpPr>
        <p:spPr>
          <a:xfrm>
            <a:off x="7604369" y="2893129"/>
            <a:ext cx="1345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10.0.1.0/24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0185770-B50E-F325-CF2A-649B21C0CA48}"/>
              </a:ext>
            </a:extLst>
          </p:cNvPr>
          <p:cNvSpPr txBox="1"/>
          <p:nvPr/>
        </p:nvSpPr>
        <p:spPr>
          <a:xfrm>
            <a:off x="7774109" y="2213775"/>
            <a:ext cx="500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.99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9F9D0F1-B4A0-0648-4F1A-56A2EC406C2B}"/>
              </a:ext>
            </a:extLst>
          </p:cNvPr>
          <p:cNvSpPr txBox="1"/>
          <p:nvPr/>
        </p:nvSpPr>
        <p:spPr>
          <a:xfrm>
            <a:off x="6414958" y="3154347"/>
            <a:ext cx="623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2">
                    <a:lumMod val="50000"/>
                  </a:schemeClr>
                </a:solidFill>
                <a:highlight>
                  <a:srgbClr val="FFFF00"/>
                </a:highlight>
              </a:rPr>
              <a:t>.130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D9359E0-A396-0C5E-A2F2-CA41640EB76F}"/>
              </a:ext>
            </a:extLst>
          </p:cNvPr>
          <p:cNvSpPr txBox="1"/>
          <p:nvPr/>
        </p:nvSpPr>
        <p:spPr>
          <a:xfrm>
            <a:off x="5359614" y="3580664"/>
            <a:ext cx="8115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V-SW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670ECA6-91A4-D089-E8FA-21A5619C6856}"/>
              </a:ext>
            </a:extLst>
          </p:cNvPr>
          <p:cNvSpPr txBox="1"/>
          <p:nvPr/>
        </p:nvSpPr>
        <p:spPr>
          <a:xfrm>
            <a:off x="8520829" y="1672739"/>
            <a:ext cx="2961067" cy="646331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Required Static route:</a:t>
            </a:r>
          </a:p>
          <a:p>
            <a:r>
              <a:rPr lang="en-US" dirty="0"/>
              <a:t>172.16.0.0/24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b="1" dirty="0">
                <a:sym typeface="Wingdings" pitchFamily="2" charset="2"/>
              </a:rPr>
              <a:t>10.0.1.130</a:t>
            </a:r>
            <a:endParaRPr lang="en-US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6842A5F-DAD5-60C9-3D4D-582151943C61}"/>
              </a:ext>
            </a:extLst>
          </p:cNvPr>
          <p:cNvSpPr txBox="1"/>
          <p:nvPr/>
        </p:nvSpPr>
        <p:spPr>
          <a:xfrm>
            <a:off x="383314" y="3050143"/>
            <a:ext cx="2834879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Default Gateway </a:t>
            </a:r>
            <a:r>
              <a:rPr lang="en-US" b="1" dirty="0"/>
              <a:t>not VSW</a:t>
            </a:r>
            <a:r>
              <a:rPr lang="en-US" dirty="0"/>
              <a:t>:</a:t>
            </a:r>
          </a:p>
          <a:p>
            <a:r>
              <a:rPr lang="en-US" dirty="0"/>
              <a:t>Unknown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b="1" dirty="0">
                <a:sym typeface="Wingdings" pitchFamily="2" charset="2"/>
              </a:rPr>
              <a:t>192.168.10.1</a:t>
            </a:r>
            <a:endParaRPr lang="en-US" b="1" dirty="0"/>
          </a:p>
        </p:txBody>
      </p:sp>
      <p:pic>
        <p:nvPicPr>
          <p:cNvPr id="34" name="Picture 14" descr="C:\Users\ecoffey\AppData\Local\Temp\Rar$DRa0.608\30080_Device_switch_major_64.png">
            <a:extLst>
              <a:ext uri="{FF2B5EF4-FFF2-40B4-BE49-F238E27FC236}">
                <a16:creationId xmlns:a16="http://schemas.microsoft.com/office/drawing/2014/main" id="{44E4F257-6698-30DF-8B19-5B4A3D5598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5608" y="3851216"/>
            <a:ext cx="487680" cy="487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5ACEEF9D-FAC2-5CFE-EEA9-51F4B7AF6A8B}"/>
              </a:ext>
            </a:extLst>
          </p:cNvPr>
          <p:cNvSpPr txBox="1"/>
          <p:nvPr/>
        </p:nvSpPr>
        <p:spPr>
          <a:xfrm>
            <a:off x="10244972" y="3907237"/>
            <a:ext cx="8007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L-SW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D4B069B-5176-9325-CE99-5D7964114AE4}"/>
              </a:ext>
            </a:extLst>
          </p:cNvPr>
          <p:cNvCxnSpPr>
            <a:stCxn id="34" idx="0"/>
          </p:cNvCxnSpPr>
          <p:nvPr/>
        </p:nvCxnSpPr>
        <p:spPr>
          <a:xfrm flipV="1">
            <a:off x="9949448" y="2893129"/>
            <a:ext cx="0" cy="958087"/>
          </a:xfrm>
          <a:prstGeom prst="line">
            <a:avLst/>
          </a:prstGeom>
          <a:ln w="254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7F3AD4EE-996D-EDD6-CFBA-7AA9EED49EB6}"/>
              </a:ext>
            </a:extLst>
          </p:cNvPr>
          <p:cNvSpPr txBox="1"/>
          <p:nvPr/>
        </p:nvSpPr>
        <p:spPr>
          <a:xfrm>
            <a:off x="9533910" y="3589174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.7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45C7FA2-0BF5-DCA9-6C34-C9E240CE7FAE}"/>
              </a:ext>
            </a:extLst>
          </p:cNvPr>
          <p:cNvSpPr txBox="1"/>
          <p:nvPr/>
        </p:nvSpPr>
        <p:spPr>
          <a:xfrm>
            <a:off x="8500852" y="4331384"/>
            <a:ext cx="2961067" cy="646331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Required Static route:</a:t>
            </a:r>
          </a:p>
          <a:p>
            <a:r>
              <a:rPr lang="en-US" dirty="0"/>
              <a:t>172.16.0.0/24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b="1" dirty="0">
                <a:sym typeface="Wingdings" pitchFamily="2" charset="2"/>
              </a:rPr>
              <a:t>10.0.1.130</a:t>
            </a:r>
            <a:endParaRPr lang="en-US" b="1" dirty="0"/>
          </a:p>
        </p:txBody>
      </p:sp>
      <p:pic>
        <p:nvPicPr>
          <p:cNvPr id="2" name="Picture 11" descr="C:\Users\ecoffey\AppData\Local\Temp\Rar$DRa0.386\30067_Device_router_default_64.png">
            <a:extLst>
              <a:ext uri="{FF2B5EF4-FFF2-40B4-BE49-F238E27FC236}">
                <a16:creationId xmlns:a16="http://schemas.microsoft.com/office/drawing/2014/main" id="{C3C1DC96-64E7-B3AE-DA3F-DF56FCB7A3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9156" y="1118443"/>
            <a:ext cx="487680" cy="487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3F7CB55-4E64-794B-6B7A-D37CBB10A7DD}"/>
              </a:ext>
            </a:extLst>
          </p:cNvPr>
          <p:cNvCxnSpPr>
            <a:cxnSpLocks/>
          </p:cNvCxnSpPr>
          <p:nvPr/>
        </p:nvCxnSpPr>
        <p:spPr>
          <a:xfrm>
            <a:off x="2661220" y="1995904"/>
            <a:ext cx="1553659" cy="0"/>
          </a:xfrm>
          <a:prstGeom prst="line">
            <a:avLst/>
          </a:prstGeom>
          <a:ln w="635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92ADF86-0050-A51D-906A-59F0DFD645B2}"/>
              </a:ext>
            </a:extLst>
          </p:cNvPr>
          <p:cNvSpPr txBox="1"/>
          <p:nvPr/>
        </p:nvSpPr>
        <p:spPr>
          <a:xfrm>
            <a:off x="710104" y="1827753"/>
            <a:ext cx="1838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192.168.10.0/24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6046D42-0F2C-1027-FD09-383005E23309}"/>
              </a:ext>
            </a:extLst>
          </p:cNvPr>
          <p:cNvCxnSpPr>
            <a:stCxn id="4" idx="0"/>
          </p:cNvCxnSpPr>
          <p:nvPr/>
        </p:nvCxnSpPr>
        <p:spPr>
          <a:xfrm flipV="1">
            <a:off x="3459523" y="1995904"/>
            <a:ext cx="0" cy="1534096"/>
          </a:xfrm>
          <a:prstGeom prst="line">
            <a:avLst/>
          </a:prstGeom>
          <a:ln w="254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0C10239-0B74-06DC-83BF-AAD10C742525}"/>
              </a:ext>
            </a:extLst>
          </p:cNvPr>
          <p:cNvCxnSpPr>
            <a:stCxn id="2" idx="2"/>
          </p:cNvCxnSpPr>
          <p:nvPr/>
        </p:nvCxnSpPr>
        <p:spPr>
          <a:xfrm>
            <a:off x="3452996" y="1606123"/>
            <a:ext cx="0" cy="389781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1E95D7F-4D68-2E70-5367-EB04B5AE48B0}"/>
              </a:ext>
            </a:extLst>
          </p:cNvPr>
          <p:cNvSpPr txBox="1"/>
          <p:nvPr/>
        </p:nvSpPr>
        <p:spPr>
          <a:xfrm>
            <a:off x="3612493" y="1522581"/>
            <a:ext cx="377026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b="1">
                <a:solidFill>
                  <a:srgbClr val="0070C0"/>
                </a:solidFill>
              </a:defRPr>
            </a:lvl1pPr>
          </a:lstStyle>
          <a:p>
            <a:r>
              <a:rPr lang="en-US" dirty="0">
                <a:solidFill>
                  <a:srgbClr val="00B050"/>
                </a:solidFill>
              </a:rPr>
              <a:t>.1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FC82E56-E3F3-8D79-3916-F572EA59D874}"/>
              </a:ext>
            </a:extLst>
          </p:cNvPr>
          <p:cNvSpPr txBox="1"/>
          <p:nvPr/>
        </p:nvSpPr>
        <p:spPr>
          <a:xfrm>
            <a:off x="410104" y="4032079"/>
            <a:ext cx="2714205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Required Static route:</a:t>
            </a:r>
          </a:p>
          <a:p>
            <a:r>
              <a:rPr lang="en-US" dirty="0"/>
              <a:t>10.0.1.0/24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b="1" dirty="0">
                <a:sym typeface="Wingdings" pitchFamily="2" charset="2"/>
              </a:rPr>
              <a:t>172.16.0.1</a:t>
            </a:r>
            <a:endParaRPr lang="en-US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C534292-A18B-AFC1-167C-CA0B6A3C5E5A}"/>
              </a:ext>
            </a:extLst>
          </p:cNvPr>
          <p:cNvSpPr txBox="1"/>
          <p:nvPr/>
        </p:nvSpPr>
        <p:spPr>
          <a:xfrm>
            <a:off x="2795975" y="1529930"/>
            <a:ext cx="513282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b="1">
                <a:solidFill>
                  <a:srgbClr val="0070C0"/>
                </a:solidFill>
              </a:defRPr>
            </a:lvl1pPr>
          </a:lstStyle>
          <a:p>
            <a:r>
              <a:rPr lang="en-US" dirty="0">
                <a:solidFill>
                  <a:srgbClr val="00B050"/>
                </a:solidFill>
              </a:rPr>
              <a:t>DG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30601D3-D5F6-5D95-8482-FFCA15C67808}"/>
              </a:ext>
            </a:extLst>
          </p:cNvPr>
          <p:cNvSpPr txBox="1"/>
          <p:nvPr/>
        </p:nvSpPr>
        <p:spPr>
          <a:xfrm>
            <a:off x="5927279" y="4049076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.1</a:t>
            </a:r>
          </a:p>
        </p:txBody>
      </p:sp>
    </p:spTree>
    <p:extLst>
      <p:ext uri="{BB962C8B-B14F-4D97-AF65-F5344CB8AC3E}">
        <p14:creationId xmlns:p14="http://schemas.microsoft.com/office/powerpoint/2010/main" val="42344819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87</Words>
  <Application>Microsoft Macintosh PowerPoint</Application>
  <PresentationFormat>Widescreen</PresentationFormat>
  <Paragraphs>38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Greg Focaccio</dc:creator>
  <cp:lastModifiedBy>Greg Focaccio</cp:lastModifiedBy>
  <cp:revision>2</cp:revision>
  <dcterms:created xsi:type="dcterms:W3CDTF">2026-01-23T13:10:06Z</dcterms:created>
  <dcterms:modified xsi:type="dcterms:W3CDTF">2026-01-23T13:51:56Z</dcterms:modified>
</cp:coreProperties>
</file>